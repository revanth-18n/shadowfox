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66" r:id="rId8"/>
    <p:sldId id="267" r:id="rId9"/>
    <p:sldId id="269" r:id="rId10"/>
    <p:sldId id="271" r:id="rId11"/>
    <p:sldId id="272" r:id="rId12"/>
    <p:sldId id="27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DAB776-F810-4075-B818-349D188ECCD7}">
          <p14:sldIdLst>
            <p14:sldId id="256"/>
            <p14:sldId id="257"/>
            <p14:sldId id="258"/>
            <p14:sldId id="260"/>
            <p14:sldId id="261"/>
            <p14:sldId id="264"/>
            <p14:sldId id="266"/>
            <p14:sldId id="267"/>
            <p14:sldId id="269"/>
            <p14:sldId id="271"/>
            <p14:sldId id="272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5ACBE-E070-4A62-89C0-33F5784DF9DF}" v="15" dt="2026-04-30T05:52:46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th Venkata Sai Nuthanapati" userId="43578c248a280f7a" providerId="LiveId" clId="{7CD5A4C3-1B77-48C8-8B00-725051BA52E4}"/>
    <pc:docChg chg="custSel modSld">
      <pc:chgData name="Revanth Venkata Sai Nuthanapati" userId="43578c248a280f7a" providerId="LiveId" clId="{7CD5A4C3-1B77-48C8-8B00-725051BA52E4}" dt="2026-04-30T05:52:46.325" v="48" actId="27636"/>
      <pc:docMkLst>
        <pc:docMk/>
      </pc:docMkLst>
      <pc:sldChg chg="modSp">
        <pc:chgData name="Revanth Venkata Sai Nuthanapati" userId="43578c248a280f7a" providerId="LiveId" clId="{7CD5A4C3-1B77-48C8-8B00-725051BA52E4}" dt="2026-04-30T05:52:46.256" v="44"/>
        <pc:sldMkLst>
          <pc:docMk/>
          <pc:sldMk cId="618171739" sldId="256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618171739" sldId="256"/>
            <ac:spMk id="2" creationId="{6B72959A-1160-A5D3-44C5-57BA3032734D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618171739" sldId="256"/>
            <ac:spMk id="3" creationId="{7CC17718-13FB-DAAE-1F0A-CE351C82051B}"/>
          </ac:spMkLst>
        </pc:spChg>
      </pc:sldChg>
      <pc:sldChg chg="modSp">
        <pc:chgData name="Revanth Venkata Sai Nuthanapati" userId="43578c248a280f7a" providerId="LiveId" clId="{7CD5A4C3-1B77-48C8-8B00-725051BA52E4}" dt="2026-04-30T05:52:46.256" v="44"/>
        <pc:sldMkLst>
          <pc:docMk/>
          <pc:sldMk cId="1527177306" sldId="257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1527177306" sldId="257"/>
            <ac:spMk id="2" creationId="{E765CD22-0AA9-75D0-83BF-3D21075B63C3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1527177306" sldId="257"/>
            <ac:spMk id="3" creationId="{0A836597-0423-90DA-5A5B-92A155A80332}"/>
          </ac:spMkLst>
        </pc:spChg>
      </pc:sldChg>
      <pc:sldChg chg="modSp mod">
        <pc:chgData name="Revanth Venkata Sai Nuthanapati" userId="43578c248a280f7a" providerId="LiveId" clId="{7CD5A4C3-1B77-48C8-8B00-725051BA52E4}" dt="2026-04-30T05:52:46.309" v="45" actId="27636"/>
        <pc:sldMkLst>
          <pc:docMk/>
          <pc:sldMk cId="3182862799" sldId="258"/>
        </pc:sldMkLst>
        <pc:spChg chg="mod">
          <ac:chgData name="Revanth Venkata Sai Nuthanapati" userId="43578c248a280f7a" providerId="LiveId" clId="{7CD5A4C3-1B77-48C8-8B00-725051BA52E4}" dt="2026-04-30T05:52:46.309" v="45" actId="27636"/>
          <ac:spMkLst>
            <pc:docMk/>
            <pc:sldMk cId="3182862799" sldId="258"/>
            <ac:spMk id="2" creationId="{6AD9233C-65D9-3638-3473-4151A493AB1F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3182862799" sldId="258"/>
            <ac:spMk id="3" creationId="{19E11C0B-2CC8-8188-B1AC-80B7A9BD84DC}"/>
          </ac:spMkLst>
        </pc:spChg>
      </pc:sldChg>
      <pc:sldChg chg="modSp mod">
        <pc:chgData name="Revanth Venkata Sai Nuthanapati" userId="43578c248a280f7a" providerId="LiveId" clId="{7CD5A4C3-1B77-48C8-8B00-725051BA52E4}" dt="2026-04-30T05:52:46.309" v="46" actId="27636"/>
        <pc:sldMkLst>
          <pc:docMk/>
          <pc:sldMk cId="1888706049" sldId="260"/>
        </pc:sldMkLst>
        <pc:spChg chg="mod">
          <ac:chgData name="Revanth Venkata Sai Nuthanapati" userId="43578c248a280f7a" providerId="LiveId" clId="{7CD5A4C3-1B77-48C8-8B00-725051BA52E4}" dt="2026-04-30T05:52:46.309" v="46" actId="27636"/>
          <ac:spMkLst>
            <pc:docMk/>
            <pc:sldMk cId="1888706049" sldId="260"/>
            <ac:spMk id="2" creationId="{58EC73CF-669A-CDBA-6A97-F3C5D5A1D4E4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1888706049" sldId="260"/>
            <ac:spMk id="4" creationId="{0A3D59BA-9552-7D5F-907F-208D349413BB}"/>
          </ac:spMkLst>
        </pc:spChg>
        <pc:picChg chg="mod">
          <ac:chgData name="Revanth Venkata Sai Nuthanapati" userId="43578c248a280f7a" providerId="LiveId" clId="{7CD5A4C3-1B77-48C8-8B00-725051BA52E4}" dt="2026-04-30T05:52:46.256" v="44"/>
          <ac:picMkLst>
            <pc:docMk/>
            <pc:sldMk cId="1888706049" sldId="260"/>
            <ac:picMk id="6" creationId="{13019EB1-A190-6FA2-892E-D5176FD23E4A}"/>
          </ac:picMkLst>
        </pc:picChg>
      </pc:sldChg>
      <pc:sldChg chg="addSp delSp modSp mod modClrScheme chgLayout">
        <pc:chgData name="Revanth Venkata Sai Nuthanapati" userId="43578c248a280f7a" providerId="LiveId" clId="{7CD5A4C3-1B77-48C8-8B00-725051BA52E4}" dt="2026-04-30T05:52:46.320" v="47" actId="27636"/>
        <pc:sldMkLst>
          <pc:docMk/>
          <pc:sldMk cId="1282251023" sldId="261"/>
        </pc:sldMkLst>
        <pc:spChg chg="del mod ord">
          <ac:chgData name="Revanth Venkata Sai Nuthanapati" userId="43578c248a280f7a" providerId="LiveId" clId="{7CD5A4C3-1B77-48C8-8B00-725051BA52E4}" dt="2026-04-30T05:30:54.846" v="0" actId="700"/>
          <ac:spMkLst>
            <pc:docMk/>
            <pc:sldMk cId="1282251023" sldId="261"/>
            <ac:spMk id="2" creationId="{904BF793-B2BE-34E4-21B9-F66E420DC810}"/>
          </ac:spMkLst>
        </pc:spChg>
        <pc:spChg chg="add del mod ord">
          <ac:chgData name="Revanth Venkata Sai Nuthanapati" userId="43578c248a280f7a" providerId="LiveId" clId="{7CD5A4C3-1B77-48C8-8B00-725051BA52E4}" dt="2026-04-30T05:31:02.248" v="1" actId="700"/>
          <ac:spMkLst>
            <pc:docMk/>
            <pc:sldMk cId="1282251023" sldId="261"/>
            <ac:spMk id="3" creationId="{5A0702C6-B51F-A04E-A078-2630A039A2A5}"/>
          </ac:spMkLst>
        </pc:spChg>
        <pc:spChg chg="mod ord">
          <ac:chgData name="Revanth Venkata Sai Nuthanapati" userId="43578c248a280f7a" providerId="LiveId" clId="{7CD5A4C3-1B77-48C8-8B00-725051BA52E4}" dt="2026-04-30T05:52:46.256" v="44"/>
          <ac:spMkLst>
            <pc:docMk/>
            <pc:sldMk cId="1282251023" sldId="261"/>
            <ac:spMk id="4" creationId="{342A8AEB-E567-3314-B819-1E9F37588486}"/>
          </ac:spMkLst>
        </pc:spChg>
        <pc:spChg chg="add mod ord">
          <ac:chgData name="Revanth Venkata Sai Nuthanapati" userId="43578c248a280f7a" providerId="LiveId" clId="{7CD5A4C3-1B77-48C8-8B00-725051BA52E4}" dt="2026-04-30T05:52:46.320" v="47" actId="27636"/>
          <ac:spMkLst>
            <pc:docMk/>
            <pc:sldMk cId="1282251023" sldId="261"/>
            <ac:spMk id="5" creationId="{958208B6-C5F5-EDBC-098C-F0C573D5EEDA}"/>
          </ac:spMkLst>
        </pc:spChg>
        <pc:picChg chg="mod ord">
          <ac:chgData name="Revanth Venkata Sai Nuthanapati" userId="43578c248a280f7a" providerId="LiveId" clId="{7CD5A4C3-1B77-48C8-8B00-725051BA52E4}" dt="2026-04-30T05:52:46.256" v="44"/>
          <ac:picMkLst>
            <pc:docMk/>
            <pc:sldMk cId="1282251023" sldId="261"/>
            <ac:picMk id="6" creationId="{6B71068A-64EE-5310-32D0-877E4A857CC8}"/>
          </ac:picMkLst>
        </pc:picChg>
      </pc:sldChg>
      <pc:sldChg chg="modSp">
        <pc:chgData name="Revanth Venkata Sai Nuthanapati" userId="43578c248a280f7a" providerId="LiveId" clId="{7CD5A4C3-1B77-48C8-8B00-725051BA52E4}" dt="2026-04-30T05:52:46.256" v="44"/>
        <pc:sldMkLst>
          <pc:docMk/>
          <pc:sldMk cId="2953650594" sldId="264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2953650594" sldId="264"/>
            <ac:spMk id="2" creationId="{91ED43BF-1F9C-74C7-AA8F-1D9EA0605192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2953650594" sldId="264"/>
            <ac:spMk id="3" creationId="{95C2AE5F-331D-2304-1161-D44A1C9FEC35}"/>
          </ac:spMkLst>
        </pc:spChg>
      </pc:sldChg>
      <pc:sldChg chg="modSp">
        <pc:chgData name="Revanth Venkata Sai Nuthanapati" userId="43578c248a280f7a" providerId="LiveId" clId="{7CD5A4C3-1B77-48C8-8B00-725051BA52E4}" dt="2026-04-30T05:52:46.256" v="44"/>
        <pc:sldMkLst>
          <pc:docMk/>
          <pc:sldMk cId="1973096241" sldId="266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1973096241" sldId="266"/>
            <ac:spMk id="2" creationId="{C43CE6C8-9D0F-57EF-1BE6-E2E8F2935BD5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1973096241" sldId="266"/>
            <ac:spMk id="4" creationId="{1E6548A4-87DF-D7DF-4F76-4DC5341EBFAA}"/>
          </ac:spMkLst>
        </pc:spChg>
        <pc:picChg chg="mod">
          <ac:chgData name="Revanth Venkata Sai Nuthanapati" userId="43578c248a280f7a" providerId="LiveId" clId="{7CD5A4C3-1B77-48C8-8B00-725051BA52E4}" dt="2026-04-30T05:52:46.256" v="44"/>
          <ac:picMkLst>
            <pc:docMk/>
            <pc:sldMk cId="1973096241" sldId="266"/>
            <ac:picMk id="7" creationId="{CD0A6D4C-832D-C7D1-E5B2-144534C12A8C}"/>
          </ac:picMkLst>
        </pc:picChg>
      </pc:sldChg>
      <pc:sldChg chg="modSp mod">
        <pc:chgData name="Revanth Venkata Sai Nuthanapati" userId="43578c248a280f7a" providerId="LiveId" clId="{7CD5A4C3-1B77-48C8-8B00-725051BA52E4}" dt="2026-04-30T05:52:46.256" v="44"/>
        <pc:sldMkLst>
          <pc:docMk/>
          <pc:sldMk cId="3912945498" sldId="267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3912945498" sldId="267"/>
            <ac:spMk id="2" creationId="{34D3EB18-F090-8F68-967E-F1F200A00965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3912945498" sldId="267"/>
            <ac:spMk id="4" creationId="{1ADCC131-63D4-F42A-5D98-A6F0DEAB5881}"/>
          </ac:spMkLst>
        </pc:spChg>
        <pc:picChg chg="mod">
          <ac:chgData name="Revanth Venkata Sai Nuthanapati" userId="43578c248a280f7a" providerId="LiveId" clId="{7CD5A4C3-1B77-48C8-8B00-725051BA52E4}" dt="2026-04-30T05:52:46.256" v="44"/>
          <ac:picMkLst>
            <pc:docMk/>
            <pc:sldMk cId="3912945498" sldId="267"/>
            <ac:picMk id="6" creationId="{4049888B-7298-CFD1-E84E-5312B193FCDD}"/>
          </ac:picMkLst>
        </pc:picChg>
      </pc:sldChg>
      <pc:sldChg chg="modSp mod">
        <pc:chgData name="Revanth Venkata Sai Nuthanapati" userId="43578c248a280f7a" providerId="LiveId" clId="{7CD5A4C3-1B77-48C8-8B00-725051BA52E4}" dt="2026-04-30T05:52:46.325" v="48" actId="27636"/>
        <pc:sldMkLst>
          <pc:docMk/>
          <pc:sldMk cId="4246038202" sldId="269"/>
        </pc:sldMkLst>
        <pc:spChg chg="mod">
          <ac:chgData name="Revanth Venkata Sai Nuthanapati" userId="43578c248a280f7a" providerId="LiveId" clId="{7CD5A4C3-1B77-48C8-8B00-725051BA52E4}" dt="2026-04-30T05:52:46.325" v="48" actId="27636"/>
          <ac:spMkLst>
            <pc:docMk/>
            <pc:sldMk cId="4246038202" sldId="269"/>
            <ac:spMk id="2" creationId="{26EA208A-E6C5-EBB2-B494-BCD9A8207BC8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4246038202" sldId="269"/>
            <ac:spMk id="3" creationId="{F57BFAF2-6A8B-0FCD-0E74-C864D5B85A51}"/>
          </ac:spMkLst>
        </pc:spChg>
      </pc:sldChg>
      <pc:sldChg chg="modSp mod">
        <pc:chgData name="Revanth Venkata Sai Nuthanapati" userId="43578c248a280f7a" providerId="LiveId" clId="{7CD5A4C3-1B77-48C8-8B00-725051BA52E4}" dt="2026-04-30T05:52:46.256" v="44"/>
        <pc:sldMkLst>
          <pc:docMk/>
          <pc:sldMk cId="3275906235" sldId="271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3275906235" sldId="271"/>
            <ac:spMk id="2" creationId="{811769C6-8853-710E-47AC-90DD065F483D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3275906235" sldId="271"/>
            <ac:spMk id="4" creationId="{C3D6DC9B-9C3D-DBDB-16D1-6F9D6F6AA25C}"/>
          </ac:spMkLst>
        </pc:spChg>
        <pc:picChg chg="mod">
          <ac:chgData name="Revanth Venkata Sai Nuthanapati" userId="43578c248a280f7a" providerId="LiveId" clId="{7CD5A4C3-1B77-48C8-8B00-725051BA52E4}" dt="2026-04-30T05:52:46.256" v="44"/>
          <ac:picMkLst>
            <pc:docMk/>
            <pc:sldMk cId="3275906235" sldId="271"/>
            <ac:picMk id="8" creationId="{0E98D1F0-5A59-3073-43B2-C57BE7986B3A}"/>
          </ac:picMkLst>
        </pc:picChg>
      </pc:sldChg>
      <pc:sldChg chg="modSp mod">
        <pc:chgData name="Revanth Venkata Sai Nuthanapati" userId="43578c248a280f7a" providerId="LiveId" clId="{7CD5A4C3-1B77-48C8-8B00-725051BA52E4}" dt="2026-04-30T05:52:46.256" v="44"/>
        <pc:sldMkLst>
          <pc:docMk/>
          <pc:sldMk cId="3656321273" sldId="272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3656321273" sldId="272"/>
            <ac:spMk id="2" creationId="{68DF0965-29B9-89E5-C251-150E93BD9611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3656321273" sldId="272"/>
            <ac:spMk id="4" creationId="{599B3F59-1CCC-DC0C-715E-AFEAD3FB61C0}"/>
          </ac:spMkLst>
        </pc:spChg>
        <pc:picChg chg="mod">
          <ac:chgData name="Revanth Venkata Sai Nuthanapati" userId="43578c248a280f7a" providerId="LiveId" clId="{7CD5A4C3-1B77-48C8-8B00-725051BA52E4}" dt="2026-04-30T05:52:46.256" v="44"/>
          <ac:picMkLst>
            <pc:docMk/>
            <pc:sldMk cId="3656321273" sldId="272"/>
            <ac:picMk id="6" creationId="{D6E5C8C5-FE8C-8552-CEED-3DAF8FCA94E3}"/>
          </ac:picMkLst>
        </pc:picChg>
      </pc:sldChg>
      <pc:sldChg chg="modSp">
        <pc:chgData name="Revanth Venkata Sai Nuthanapati" userId="43578c248a280f7a" providerId="LiveId" clId="{7CD5A4C3-1B77-48C8-8B00-725051BA52E4}" dt="2026-04-30T05:52:46.256" v="44"/>
        <pc:sldMkLst>
          <pc:docMk/>
          <pc:sldMk cId="3841301651" sldId="274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3841301651" sldId="274"/>
            <ac:spMk id="2" creationId="{98E4CDD9-2139-2705-6F1F-097A19BDCCE6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3841301651" sldId="274"/>
            <ac:spMk id="3" creationId="{BE1F705E-9DEB-A407-9385-A0A6E98A0AA5}"/>
          </ac:spMkLst>
        </pc:spChg>
      </pc:sldChg>
      <pc:sldChg chg="modSp">
        <pc:chgData name="Revanth Venkata Sai Nuthanapati" userId="43578c248a280f7a" providerId="LiveId" clId="{7CD5A4C3-1B77-48C8-8B00-725051BA52E4}" dt="2026-04-30T05:52:46.256" v="44"/>
        <pc:sldMkLst>
          <pc:docMk/>
          <pc:sldMk cId="2344619946" sldId="275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2344619946" sldId="275"/>
            <ac:spMk id="2" creationId="{DEE96180-A151-D913-1213-775D905653B5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2344619946" sldId="275"/>
            <ac:spMk id="3" creationId="{646C0ABA-47DB-CD05-8D2B-3521E22A0A48}"/>
          </ac:spMkLst>
        </pc:spChg>
      </pc:sldChg>
      <pc:sldChg chg="modSp">
        <pc:chgData name="Revanth Venkata Sai Nuthanapati" userId="43578c248a280f7a" providerId="LiveId" clId="{7CD5A4C3-1B77-48C8-8B00-725051BA52E4}" dt="2026-04-30T05:52:46.256" v="44"/>
        <pc:sldMkLst>
          <pc:docMk/>
          <pc:sldMk cId="1852813389" sldId="276"/>
        </pc:sldMkLst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1852813389" sldId="276"/>
            <ac:spMk id="2" creationId="{42D901BE-1AC4-9E76-1676-8F996423A7E7}"/>
          </ac:spMkLst>
        </pc:spChg>
        <pc:spChg chg="mod">
          <ac:chgData name="Revanth Venkata Sai Nuthanapati" userId="43578c248a280f7a" providerId="LiveId" clId="{7CD5A4C3-1B77-48C8-8B00-725051BA52E4}" dt="2026-04-30T05:52:46.256" v="44"/>
          <ac:spMkLst>
            <pc:docMk/>
            <pc:sldMk cId="1852813389" sldId="276"/>
            <ac:spMk id="3" creationId="{210CC5D3-E6E1-D72D-F114-8EFD56F41A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484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76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084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74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77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02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78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28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31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55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9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60F5C16-28F1-421A-9353-C54DC3E7751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28C0E98-F4D6-4FC7-984C-407DFADE3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64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959A-1160-A5D3-44C5-57BA303273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ShadowFox Data Science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7718-13FB-DAAE-1F0A-CE351C820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 Revanth Venkata Sai Nuthanapati</a:t>
            </a:r>
          </a:p>
        </p:txBody>
      </p:sp>
    </p:spTree>
    <p:extLst>
      <p:ext uri="{BB962C8B-B14F-4D97-AF65-F5344CB8AC3E}">
        <p14:creationId xmlns:p14="http://schemas.microsoft.com/office/powerpoint/2010/main" val="61817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5CD22-0AA9-75D0-83BF-3D21075B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6597-0423-90DA-5A5B-92A155A80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Internship in Data Science domain.</a:t>
            </a:r>
          </a:p>
          <a:p>
            <a:pPr marL="0" indent="0">
              <a:buNone/>
            </a:pPr>
            <a:r>
              <a:rPr lang="en-US" dirty="0"/>
              <a:t>• Worked on real-world data analysis tasks.</a:t>
            </a:r>
          </a:p>
          <a:p>
            <a:pPr marL="0" indent="0">
              <a:buNone/>
            </a:pPr>
            <a:r>
              <a:rPr lang="en-US" dirty="0"/>
              <a:t>• Used Python and visualization libraries.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177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233C-65D9-3638-3473-4151A493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Beginner Level Task – Visualization Libraries: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11C0B-2CC8-8188-B1AC-80B7A9BD8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Created documentation for Python visualization libraries.</a:t>
            </a:r>
          </a:p>
          <a:p>
            <a:pPr marL="0" indent="0">
              <a:buNone/>
            </a:pPr>
            <a:r>
              <a:rPr lang="en-US" dirty="0"/>
              <a:t>• Selected five libraries: Matplotlib, Seaborn, Plotly, Bokeh, and Pandas.</a:t>
            </a:r>
          </a:p>
          <a:p>
            <a:pPr marL="0" indent="0">
              <a:buNone/>
            </a:pPr>
            <a:r>
              <a:rPr lang="en-US" dirty="0"/>
              <a:t>• Studied different types of graphs each library can generate.</a:t>
            </a:r>
          </a:p>
          <a:p>
            <a:pPr marL="0" indent="0">
              <a:buNone/>
            </a:pPr>
            <a:r>
              <a:rPr lang="en-US" dirty="0"/>
              <a:t>• Implemented practical examples with code snippets.</a:t>
            </a:r>
          </a:p>
          <a:p>
            <a:pPr marL="0" indent="0">
              <a:buNone/>
            </a:pPr>
            <a:r>
              <a:rPr lang="en-US" dirty="0"/>
              <a:t>• Compared features and usability of libraries.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862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73CF-669A-CDBA-6A97-F3C5D5A1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Beginner Task – Sample Visualizations: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019EB1-A190-6FA2-892E-D5176FD23E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649148" y="2638425"/>
            <a:ext cx="4135966" cy="310197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D59BA-9552-7D5F-907F-208D349413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box plot compares the distribution of values across different categories.</a:t>
            </a:r>
          </a:p>
          <a:p>
            <a:r>
              <a:rPr lang="en-US" dirty="0"/>
              <a:t>Insight: Category C shows higher values, while Category A has the lowest range.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706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8208B6-C5F5-EDBC-098C-F0C573D5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Beginner Task – Sample Visualizations: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71068A-64EE-5310-32D0-877E4A857C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649148" y="2638425"/>
            <a:ext cx="4135966" cy="310197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A8AEB-E567-3314-B819-1E9F375884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line plot shows the trend of Y values with respect to X values.</a:t>
            </a:r>
          </a:p>
          <a:p>
            <a:r>
              <a:rPr lang="en-US" dirty="0"/>
              <a:t>Insight: The overall pattern indicates an increasing trend with slight fluctuations.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251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43BF-1F9C-74C7-AA8F-1D9EA060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Intermediate Task – AQI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2AE5F-331D-2304-1161-D44A1C9FE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Analyzed Air Quality Index data for Delhi.</a:t>
            </a:r>
          </a:p>
          <a:p>
            <a:pPr marL="0" indent="0">
              <a:buNone/>
            </a:pPr>
            <a:r>
              <a:rPr lang="en-US" dirty="0"/>
              <a:t>• Studied pollutants such as PM2.5, PM10, and NO2.</a:t>
            </a:r>
          </a:p>
          <a:p>
            <a:pPr marL="0" indent="0">
              <a:buNone/>
            </a:pPr>
            <a:r>
              <a:rPr lang="en-US" dirty="0"/>
              <a:t>• Performed seasonal and monthly analysis.</a:t>
            </a:r>
          </a:p>
          <a:p>
            <a:pPr marL="0" indent="0">
              <a:buNone/>
            </a:pPr>
            <a:r>
              <a:rPr lang="en-US" dirty="0"/>
              <a:t>• Used line plots, box plots, and heatmaps.</a:t>
            </a:r>
          </a:p>
          <a:p>
            <a:pPr marL="0" indent="0">
              <a:buNone/>
            </a:pPr>
            <a:r>
              <a:rPr lang="en-US" dirty="0"/>
              <a:t>• Derived environmental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650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E6C8-9D0F-57EF-1BE6-E2E8F2935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AQI Outputs: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0A6D4C-832D-C7D1-E5B2-144534C12A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148" y="2638425"/>
            <a:ext cx="4135966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548A4-87DF-D7DF-4F76-4DC5341EBF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line plot compares the variation of PM2.5, PM10, and NO2 levels over time.</a:t>
            </a:r>
          </a:p>
          <a:p>
            <a:r>
              <a:rPr lang="en-US" dirty="0"/>
              <a:t>Insight: PM10 and PM2.5 show higher fluctuations, indicating they are the major contributors to air pollution.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09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EB18-F090-8F68-967E-F1F200A0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AQI Outputs: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49888B-7298-CFD1-E84E-5312B193FC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48" y="2638425"/>
            <a:ext cx="4135966" cy="310197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CC131-63D4-F42A-5D98-A6F0DEAB58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Air Quality Index (AQI) in Delhi shows high variability over time, with frequent spikes indicating sudden pollution surges likely due to traffic, industrial activity, or weather conditions.</a:t>
            </a:r>
          </a:p>
          <a:p>
            <a:r>
              <a:rPr lang="en-US" dirty="0"/>
              <a:t>Several extreme peaks (above 3000 AQI) highlight hazardous air quality events, emphasizing the need for continuous monitoring and effective pollution control measures.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945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208A-E6C5-EBB2-B494-BCD9A820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Task – Amazon Sales Analysis: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BFAF2-6A8B-0FCD-0E74-C864D5B85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Explored Amazon sales dataset.</a:t>
            </a:r>
          </a:p>
          <a:p>
            <a:pPr marL="0" indent="0">
              <a:buNone/>
            </a:pPr>
            <a:r>
              <a:rPr lang="en-US" dirty="0"/>
              <a:t>• Performed data preprocessing and feature engineering.</a:t>
            </a:r>
          </a:p>
          <a:p>
            <a:pPr marL="0" indent="0">
              <a:buNone/>
            </a:pPr>
            <a:r>
              <a:rPr lang="en-US" dirty="0"/>
              <a:t>• Analyzed sales trends and categories.</a:t>
            </a:r>
          </a:p>
          <a:p>
            <a:pPr marL="0" indent="0">
              <a:buNone/>
            </a:pPr>
            <a:r>
              <a:rPr lang="en-US" dirty="0"/>
              <a:t>• Created multiple visualizations.</a:t>
            </a:r>
          </a:p>
          <a:p>
            <a:pPr marL="0" indent="0">
              <a:buNone/>
            </a:pPr>
            <a:r>
              <a:rPr lang="en-US" dirty="0"/>
              <a:t>• Derived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424603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69C6-8853-710E-47AC-90DD065F4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Task Outputs: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98D1F0-5A59-3073-43B2-C57BE7986B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883" y="2638425"/>
            <a:ext cx="3564496" cy="310197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6DC9B-9C3D-DBDB-16D1-6F9D6F6AA2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chart shows daily sales performance over time, highlighting a strong growth in mid-May followed by a noticeable decline and fluctuations in June.</a:t>
            </a:r>
          </a:p>
          <a:p>
            <a:r>
              <a:rPr lang="en-US" dirty="0"/>
              <a:t>Sales peaked around mid-May, then dropped sharply and stabilized with moderate variations, indicating possible changes in demand or external factors affecting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906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F0965-29B9-89E5-C251-150E93BD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Task Outputs: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E5C8C5-FE8C-8552-CEED-3DAF8FCA94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296" y="2638425"/>
            <a:ext cx="3273671" cy="310197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B3F59-1CCC-DC0C-715E-AFEAD3FB61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Sales Concentration: Maharashtra and Karnataka lead significantly in total sales, indicating strong market demand and business presence in these regions.</a:t>
            </a:r>
          </a:p>
          <a:p>
            <a:r>
              <a:rPr lang="en-IN" dirty="0"/>
              <a:t>Regional Comparison: Southern and northern states like Tamil Nadu, Uttar Pradesh, and Telangana show moderate performance, while states like Gujarat and West Bengal contribute comparatively lower sales</a:t>
            </a:r>
          </a:p>
        </p:txBody>
      </p:sp>
    </p:spTree>
    <p:extLst>
      <p:ext uri="{BB962C8B-B14F-4D97-AF65-F5344CB8AC3E}">
        <p14:creationId xmlns:p14="http://schemas.microsoft.com/office/powerpoint/2010/main" val="365632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CDD9-2139-2705-6F1F-097A19BD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705E-9DEB-A407-9385-A0A6E98A0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Python.</a:t>
            </a:r>
          </a:p>
          <a:p>
            <a:pPr marL="0" indent="0">
              <a:buNone/>
            </a:pPr>
            <a:r>
              <a:rPr lang="en-IN" dirty="0"/>
              <a:t>• Pandas.</a:t>
            </a:r>
          </a:p>
          <a:p>
            <a:pPr marL="0" indent="0">
              <a:buNone/>
            </a:pPr>
            <a:r>
              <a:rPr lang="en-IN" dirty="0"/>
              <a:t>• Matplotlib.</a:t>
            </a:r>
          </a:p>
          <a:p>
            <a:pPr marL="0" indent="0">
              <a:buNone/>
            </a:pPr>
            <a:r>
              <a:rPr lang="en-IN" dirty="0"/>
              <a:t>• Seaborn.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dirty="0" err="1"/>
              <a:t>Jupyter</a:t>
            </a:r>
            <a:r>
              <a:rPr lang="en-IN" dirty="0"/>
              <a:t> Notebook.</a:t>
            </a:r>
          </a:p>
        </p:txBody>
      </p:sp>
    </p:spTree>
    <p:extLst>
      <p:ext uri="{BB962C8B-B14F-4D97-AF65-F5344CB8AC3E}">
        <p14:creationId xmlns:p14="http://schemas.microsoft.com/office/powerpoint/2010/main" val="3841301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96180-A151-D913-1213-775D9056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Learnings: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C0ABA-47DB-CD05-8D2B-3521E22A0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Improved data analysis skills.</a:t>
            </a:r>
          </a:p>
          <a:p>
            <a:pPr marL="0" indent="0">
              <a:buNone/>
            </a:pPr>
            <a:r>
              <a:rPr lang="en-US" dirty="0"/>
              <a:t>• Learned visualization techniques.</a:t>
            </a:r>
          </a:p>
          <a:p>
            <a:pPr marL="0" indent="0">
              <a:buNone/>
            </a:pPr>
            <a:r>
              <a:rPr lang="en-US" dirty="0"/>
              <a:t>• Developed analytical thinking.</a:t>
            </a:r>
          </a:p>
          <a:p>
            <a:pPr marL="0" indent="0">
              <a:buNone/>
            </a:pPr>
            <a:r>
              <a:rPr lang="en-US" dirty="0"/>
              <a:t>• Gained real-world project experience.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619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01BE-1AC4-9E76-1676-8F996423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C5D3-E6E1-D72D-F114-8EFD56F41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Successfully completed all internship tasks.</a:t>
            </a:r>
          </a:p>
          <a:p>
            <a:pPr marL="0" indent="0">
              <a:buNone/>
            </a:pPr>
            <a:r>
              <a:rPr lang="en-US" dirty="0"/>
              <a:t>• Enhanced technical and analytical knowledge.</a:t>
            </a:r>
          </a:p>
          <a:p>
            <a:pPr marL="0" indent="0">
              <a:buNone/>
            </a:pPr>
            <a:r>
              <a:rPr lang="en-US" dirty="0"/>
              <a:t>• Prepared for real-world data science roles.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813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4630D-8DF8-3321-1169-6D0E9F26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70008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/>
              <a:t>Thank you.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178645969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31</TotalTime>
  <Words>534</Words>
  <Application>Microsoft Office PowerPoint</Application>
  <PresentationFormat>Widescreen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ShadowFox Data Science Internship</vt:lpstr>
      <vt:lpstr>Introduction:</vt:lpstr>
      <vt:lpstr>Beginner Level Task – Visualization Libraries:</vt:lpstr>
      <vt:lpstr>Beginner Task – Sample Visualizations:</vt:lpstr>
      <vt:lpstr>Beginner Task – Sample Visualizations:</vt:lpstr>
      <vt:lpstr>Intermediate Task – AQI Analysis:</vt:lpstr>
      <vt:lpstr>AQI Outputs:</vt:lpstr>
      <vt:lpstr>AQI Outputs:</vt:lpstr>
      <vt:lpstr>Advanced Task – Amazon Sales Analysis:</vt:lpstr>
      <vt:lpstr>Advanced Task Outputs:</vt:lpstr>
      <vt:lpstr>Advanced Task Outputs:</vt:lpstr>
      <vt:lpstr>Tools and Technologies:</vt:lpstr>
      <vt:lpstr>Key Learnings:</vt:lpstr>
      <vt:lpstr>Conclusion: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Revanth Venkata Sai Nuthanapati</dc:creator>
  <cp:lastModifiedBy>Revanth Venkata Sai Nuthanapati</cp:lastModifiedBy>
  <cp:revision>1</cp:revision>
  <dcterms:created xsi:type="dcterms:W3CDTF">2026-04-30T05:02:12Z</dcterms:created>
  <dcterms:modified xsi:type="dcterms:W3CDTF">2026-04-30T05:52:55Z</dcterms:modified>
</cp:coreProperties>
</file>